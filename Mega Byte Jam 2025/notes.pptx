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B546A1-CDE6-473C-B469-E221553DD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F823BF3-6911-0B05-0E35-CBE165666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256BCA-49CE-2CBC-7FD2-F6F640A9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80B755-28CB-E805-D244-4D28EBAF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D8681D-0B09-1C81-51EE-C5849C06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720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39C962-FC34-7E8F-7D2B-FD85B228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67D7D7-3A1B-FF9A-E909-F3E0E281D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A92082-F150-76A4-4BA5-149C759A9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1312FB-BC4A-1A2A-2422-12F452207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7C7F39-5E3B-09CC-27D5-B331ED5C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32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BDAFB0-04CA-BC87-C149-DC4F5BAD5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9751C3-3B82-F33F-033A-ADF2AF20B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0A263A-C66F-AFBA-52B9-ABE7C53F9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305174-BE14-1092-282A-7E69121E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F07107-D355-87AA-9D56-46FBC53A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812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FDE908-D113-2C3B-1EFE-E51D970A6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CDA884-9AA2-B376-7912-393388DB9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75FDD65-C5A0-0EC4-149A-2D04F0199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DE93AD-5B65-E440-07B9-2E00D7F4E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6B0A1A-4A9E-05E6-5EA2-AC5770570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E037A8-7CB0-7E16-8522-BC2004A4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630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B0128-3DB4-8520-BFC8-47190814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CCCF41-6825-0007-06F3-88507D0C3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0FC49AA-0393-7468-35A7-6CC2853DC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630FE2C-E4F2-6B80-C8CB-B98AF9F05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F869C60-6A86-D0BB-6EA4-050BB33D0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CEE2337-45F0-02AC-E622-F79F502B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4BE0E73-F9C0-0868-3882-EFE9DDBE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9242C91-2AB8-0B7D-F0AE-F68B4160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063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8A59B1-8FAD-91FE-19C1-668A0FCF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1357E4A-BA38-4DC5-295B-0F87E9FC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155D2F-A726-F281-A628-E6EF48562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15C3D7-92D3-7727-C488-3613A874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980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09EBC4-E98B-6E38-55AB-125CD984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84D5FA4-77D7-3B7C-5016-14831B75A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A4FE7E-4252-3B46-9F94-0A69550B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05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36A17-FC64-AEFE-5204-2E2915223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62E020-72E9-0031-0CC6-0C746AC48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72D583-E0F7-3788-3192-4EAC12A6C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2B1EDB-026D-C64E-B31D-6D77C3FB4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A9D2D1-E1B4-B884-274B-53EA7D1A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237357-D8F1-0906-9CAB-B346E8CE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58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1A36E-C5E5-559F-F40F-6D41472C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DA3AB12-39AB-4BAC-2A8B-F15405378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99AB15-5AA3-F4C2-C9D0-7AC4E1D89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D4F05F-A3B3-B45B-D700-3C8C17C6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AB9C72-70DF-52C6-CB89-911BE793D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995FE2-3786-6E43-4974-D5BFE7E0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4659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6EBC6-7B09-B922-492C-2BBCAFDA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B6A43E3-024F-A727-0F72-B64AEC685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ACE72E-F6B6-FC2D-16AE-614CF7ED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D2C660-DF99-4F8E-26B1-C03CA32C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2ADF79-FD2B-8030-814C-EB163F5F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38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FA89718-2D21-D2F1-A5ED-38A878550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4B6CF0-AC76-7C5D-04FD-830FDF0FA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EB3596-3EF1-7C82-D060-67C80C88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73827A-157A-1EE3-AF93-600995E17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3677FD-5583-E953-DFFB-A8E77D626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090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17E9331-6E67-E0EC-FFDC-CEF4175E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A8DE65-3A57-D994-5E26-10A3267EB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E29EF1-1312-85B0-FAAD-1562466B4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68C30-7067-4A2E-A56B-E23513E519F3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2489D3-6C4B-16A1-3BF3-DA784FFEFD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D0F515-BC97-149D-8663-D13BDB125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505780-5E32-4A73-B003-6548BCB8B924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A687A2C-C601-3419-7B2C-28C0D5C34F2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179069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31CAC24-D1BB-3AC0-39FB-EEB124B9A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778122"/>
              </p:ext>
            </p:extLst>
          </p:nvPr>
        </p:nvGraphicFramePr>
        <p:xfrm>
          <a:off x="584200" y="482600"/>
          <a:ext cx="3251200" cy="2926080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195190794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70656583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1221455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14473475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47411121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6547149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34888408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814837567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296612"/>
                  </a:ext>
                </a:extLst>
              </a:tr>
              <a:tr h="33654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21556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14216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15743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156232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670162"/>
                  </a:ext>
                </a:extLst>
              </a:tr>
              <a:tr h="33654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79832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240521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02F352A9-EB74-9C47-3D11-F1616194E828}"/>
              </a:ext>
            </a:extLst>
          </p:cNvPr>
          <p:cNvSpPr txBox="1"/>
          <p:nvPr/>
        </p:nvSpPr>
        <p:spPr>
          <a:xfrm>
            <a:off x="4826000" y="838200"/>
            <a:ext cx="2861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Biome" panose="020B0502040204020203" pitchFamily="34" charset="0"/>
                <a:ea typeface="Source Sans Pro" panose="020B0503030403020204" pitchFamily="34" charset="0"/>
                <a:cs typeface="Biome" panose="020B0502040204020203" pitchFamily="34" charset="0"/>
              </a:rPr>
              <a:t>Si </a:t>
            </a:r>
            <a:r>
              <a:rPr lang="fr-FR" sz="1200" dirty="0" err="1">
                <a:latin typeface="Biome" panose="020B0502040204020203" pitchFamily="34" charset="0"/>
                <a:ea typeface="Source Sans Pro" panose="020B0503030403020204" pitchFamily="34" charset="0"/>
                <a:cs typeface="Biome" panose="020B0502040204020203" pitchFamily="34" charset="0"/>
              </a:rPr>
              <a:t>starter_pipe</a:t>
            </a:r>
            <a:r>
              <a:rPr lang="fr-FR" sz="1200" dirty="0">
                <a:latin typeface="Biome" panose="020B0502040204020203" pitchFamily="34" charset="0"/>
                <a:ea typeface="Source Sans Pro" panose="020B0503030403020204" pitchFamily="34" charset="0"/>
                <a:cs typeface="Biome" panose="020B0502040204020203" pitchFamily="34" charset="0"/>
              </a:rPr>
              <a:t> = bas alors</a:t>
            </a:r>
          </a:p>
          <a:p>
            <a:r>
              <a:rPr lang="fr-FR" sz="1200" dirty="0">
                <a:latin typeface="Biome" panose="020B0502040204020203" pitchFamily="34" charset="0"/>
                <a:ea typeface="Source Sans Pro" panose="020B0503030403020204" pitchFamily="34" charset="0"/>
                <a:cs typeface="Biome" panose="020B0502040204020203" pitchFamily="34" charset="0"/>
              </a:rPr>
              <a:t>	Ajout a </a:t>
            </a:r>
            <a:r>
              <a:rPr lang="fr-FR" sz="1200" dirty="0" err="1">
                <a:latin typeface="Biome" panose="020B0502040204020203" pitchFamily="34" charset="0"/>
                <a:ea typeface="Source Sans Pro" panose="020B0503030403020204" pitchFamily="34" charset="0"/>
                <a:cs typeface="Biome" panose="020B0502040204020203" pitchFamily="34" charset="0"/>
              </a:rPr>
              <a:t>tab_continuity</a:t>
            </a:r>
            <a:r>
              <a:rPr lang="fr-FR" sz="1200" dirty="0">
                <a:latin typeface="Biome" panose="020B0502040204020203" pitchFamily="34" charset="0"/>
                <a:ea typeface="Source Sans Pro" panose="020B0503030403020204" pitchFamily="34" charset="0"/>
                <a:cs typeface="Biome" panose="020B0502040204020203" pitchFamily="34" charset="0"/>
              </a:rPr>
              <a:t> </a:t>
            </a:r>
          </a:p>
          <a:p>
            <a:r>
              <a:rPr lang="fr-FR" sz="1200">
                <a:latin typeface="Biome" panose="020B0502040204020203" pitchFamily="34" charset="0"/>
                <a:ea typeface="Source Sans Pro" panose="020B0503030403020204" pitchFamily="34" charset="0"/>
                <a:cs typeface="Biome" panose="020B0502040204020203" pitchFamily="34" charset="0"/>
              </a:rPr>
              <a:t>	</a:t>
            </a:r>
            <a:endParaRPr lang="fr-FR" sz="1200" dirty="0">
              <a:latin typeface="Biome" panose="020B0502040204020203" pitchFamily="34" charset="0"/>
              <a:ea typeface="Source Sans Pro" panose="020B0503030403020204" pitchFamily="34" charset="0"/>
              <a:cs typeface="Biom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6701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Biome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FOUGERY Julien</dc:creator>
  <cp:lastModifiedBy>FOUGERY Julien</cp:lastModifiedBy>
  <cp:revision>1</cp:revision>
  <dcterms:created xsi:type="dcterms:W3CDTF">2025-11-05T12:10:24Z</dcterms:created>
  <dcterms:modified xsi:type="dcterms:W3CDTF">2025-11-05T12:55:26Z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Thème Office:8</vt:lpwstr>
  </property>
  <property fmtid="{D5CDD505-2E9C-101B-9397-08002B2CF9AE}" pid="3" name="ClassificationContentMarkingFooterText">
    <vt:lpwstr>Confidential C</vt:lpwstr>
  </property>
</Properties>
</file>